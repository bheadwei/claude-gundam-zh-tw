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這是今天最關鍵的一張。所有 AI 行為都來自這 6 種設定。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/task-init 會幫你產一份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rules 是橫切通則，CLAUDE.md 是專案專屬。分開讓規則可跨專案複用。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今天密集用到 commands 和 agents，其他在背景幫你工作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給學員 1 分鐘檢查，有問題的舉手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用數據收尾：我們花了 X 分鐘完成一個全端應用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VibeCoding 模板實戰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898989"/>
                </a:solidFill>
                <a:latin typeface="Arial"/>
              </a:rPr>
              <a:t>用 Claude Code 跑完一個專案的開發工作流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認識 VibeCoding 模板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52020"/>
                </a:solidFill>
                <a:latin typeface="Arial"/>
              </a:rPr>
              <a:t>1.  每次對話都要重新解釋專案背景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52020"/>
                </a:solidFill>
                <a:latin typeface="Arial"/>
              </a:rPr>
              <a:t>2.  AI 產出的程式碼品質不穩定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52020"/>
                </a:solidFill>
                <a:latin typeface="Arial"/>
              </a:rPr>
              <a:t>3.  沒有測試、沒有審查，直接上線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52020"/>
                </a:solidFill>
                <a:latin typeface="Arial"/>
              </a:rPr>
              <a:t>4.  需求 → 設計 → 實作之間斷裂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E52020"/>
                </a:solidFill>
                <a:latin typeface="Arial"/>
              </a:rPr>
              <a:t>5.  換個專案又從零開始設定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→  問題不在 AI 不夠聰明，而是缺乏系統化工作流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🤖  14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⚡  23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📏  13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🪝   6 個系統 Hook         事件自動化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→  複製到任何新專案，立即可用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76B900"/>
                </a:solidFill>
                <a:latin typeface="Arial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"幫我寫一個 Todo App"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76B900"/>
                </a:solidFill>
                <a:latin typeface="Arial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/verify     → 品質門把關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.claude/ 是專案的「AI 大腦」 — 6 大設定觀念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觀念             角色                 載入時機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CLAUDE.md     專案說明書       每次對話自動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rules/             行為準則           每次對話自動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commands/   快捷指令           使用者 /xxx 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agents/         專業 AI 同事     主 AI 委派時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skills/           領域知識包       語意偵測自動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hooks/         事件觸發器       系統事件發生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→  接下來一張投影片介紹一個觀念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CLAUDE.md — 專案說明書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特性：每次對話開頭自動載入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位置：專案根目錄  /  類比：給新員工的 Onboarding 文件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內容：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專案是什麼、解決什麼問題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技術棧（語言、框架、DB）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目錄結構與重要檔案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開發流程約定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嚴禁事項（如：不可碰 prod DB）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→  寫得好的 CLAUDE.md = AI 一進來就懂專案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rules/ — 永遠載入的規則（13 條）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特性：每次對話開頭自動載入（與 CLAUDE.md 並列）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類比：公司的員工守則  /  橫切關注點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範例：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coding-style.md     編碼風格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testing.md            測試覆蓋率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security.md           安全規範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git-workflow.md     提交規範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task-mode.md       任務分級（v5.3 新增）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→  粒度小、可組合、跨專案複用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commands/ — 你的快捷指令（23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特性：使用者輸入 /xxx 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類比：終端機的 alias  /  本質：預設 prompt 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/task-init     專案初始化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/task-next     取下一個任務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/plan          規劃實作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/tdd           測試驅動開發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/review-code   程式碼審查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/verify        全面驗證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...           還有 /ui-style /pm-choose /e2e ...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→  自己也能寫，放到 .claude/commands/ 即生效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agents/ — 專業 AI 同事（14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特性：主 AI 委派子任務時呼叫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類比：團隊裡的專科同事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為什麼需要 Agent？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隔離 context — 不污染主對話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專用工具 — 例如審查 agent 只給讀檔權限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模型分工 — Opus 想策略、Haiku 修小錯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•  平行執行 — 多個 agent 同時跑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→  Claude Code 最強大的設計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skills/ — 領域知識按需載入（7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特性：AI 語意偵測，符合條件自動載入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類比：手冊櫃 — 需要時才翻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postgres-patterns      寫 SQL 時自動載入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database-migrations   Schema 變更時觸發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e2e-testing                寫 E2E 測試時觸發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mcp-builder                做 MCP server 時觸發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cost-aware-llm          AI 應用成本優化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project-docs              產 PRD / ADR 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→  與 rules 差別：rules 永遠載入，skill 按需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hooks/ — 事件自動化（6 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特性：系統事件發生時自動執行 shell 腳本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類比：Git hooks 或 GitHub 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事件類型：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SessionStart        啟動時             顯示模板提示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PreToolUse          呼叫工具前        權限檢查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PostToolUse        工具執行後        記錄、自動格式化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UserPromptSubmit  使用者送出       注入上下文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Stop / Notification                       收尾通知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→  AI 不能拒絕的副作用 — AI 決策、hook 落實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6 大觀念對照表 — 一張記住差異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觀念              觸發方式         生命週期        主要用途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CLAUDE.md      自動載入        長駐 ctx        專案說明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rules               自動載入        長駐 ctx        跨專案通則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commands     使用者 /xxx     單次調用        封裝常用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agents           AI 委派           隔離 ctx         專業分工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skills             語意偵測        按需載入        領域知識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hooks            系統事件        無 AI 介入      副作用 / 自動化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三條軸：自動 vs 觸發、長駐 vs 按需、AI 內 vs AI 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14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ui-builder • general-purpose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EF9100"/>
                </a:solidFill>
                <a:latin typeface="Arial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→  模板自動分配，不需要手動選擇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CLAUDE.md           ← 專案說明書（根目錄）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agents/          ← 14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commands/        ← 23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├── rules/           ← 13 條自動規則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hooks/           ← 6 個系統事件腳本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ui/              ← UI 風格目錄（lovable / nvidia / ...）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context/         ← Agent 間的報告共享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>├── guides/          ← 參考文件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└── taskmaster-data/ ← WBS 任務 + 時間追蹤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Python 3.11+ 已安裝         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Node.js 18+ 已安裝           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A7A7A7"/>
                </a:solidFill>
                <a:latin typeface="Arial"/>
              </a:rPr>
              <a:t>  ☐  .mcp.json 已設定 API Key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Ch1   認識模板 + 觀念       15 min  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Ch2   專案初始化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EF9100"/>
                </a:solidFill>
                <a:latin typeface="Arial"/>
              </a:rPr>
              <a:t>Ch3   開發循環 x3            25 min   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Ch5   進階 + Q&amp;A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→  70 分鐘後，你會了一套 AI 開發工作流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專案初始化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一切從 /task-init 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你輸入：  /task-init TaskFlow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AI 會做：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1.  問你一系列問題（互動式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• 專案做什麼？用什麼技術？範圍多大？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2.  根據回答自動產出：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6B900"/>
                </a:solidFill>
                <a:latin typeface="Arial"/>
              </a:rPr>
              <a:t>        • CLAUDE.md  — 專案說明書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6B900"/>
                </a:solidFill>
                <a:latin typeface="Arial"/>
              </a:rPr>
              <a:t>        • wbs.md     — 任務拆解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3.  從此 AI 每次對話都知道你的專案脈絡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MVP vs Complete 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76B900"/>
                </a:solidFill>
                <a:latin typeface="Arial"/>
              </a:rPr>
              <a:t>MVP 模式  ← 今天用這個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輕量 Tech Spec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原型 / POC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隨時可升級為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76B900"/>
                </a:solidFill>
                <a:latin typeface="Arial"/>
              </a:rPr>
              <a:t>Complete 模式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完整 16 份文件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每個決策有文件記錄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3+ 人團隊專案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正式產品 / 合規需求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大專案、正式產品用這個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→  團隊成員接手也能立刻上手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2.0 後端開發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├── 2.1 基礎架構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2.2 CRUD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└── 2.3 篩選功能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3.0 前端開發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├── 3.1 元件開發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└── 3.2 互動功能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98989"/>
                </a:solidFill>
                <a:latin typeface="Consolas"/>
              </a:rPr>
              <a:t>每個任務有：編號 │ 負責人 │ 狀態 │ 工時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⚡ 現場操作 — /task-init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98989"/>
                </a:solidFill>
                <a:latin typeface="Consolas"/>
              </a:rPr>
              <a:t># 1. 打開終端機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claude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98989"/>
                </a:solidFill>
                <a:latin typeface="Consolas"/>
              </a:rPr>
              <a:t># 2. 執行初始化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/task-init TaskFlow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98989"/>
                </a:solidFill>
                <a:latin typeface="Consolas"/>
              </a:rPr>
              <a:t># 3. 回答 AI 的問題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專案描述：極簡待辦清單應用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技術棧：  Python FastAPI + React + SQLite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模式：    MVP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功能：    CRUD + 分類篩選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98989"/>
                </a:solidFill>
                <a:latin typeface="Consolas"/>
              </a:rPr>
              <a:t># 4. 檢查產出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/task-status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開發循環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開發循環全貌（依任務模式分流）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/task-next   取任務 + 選模式（quick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─── quick ───     直接寫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898989"/>
                </a:solidFill>
                <a:latin typeface="Arial"/>
              </a:rPr>
              <a:t>                          適合：&lt; 30min 單檔修改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─── standard ───  /plan → /tdd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898989"/>
                </a:solidFill>
                <a:latin typeface="Arial"/>
              </a:rPr>
              <a:t>                          適合：1-4h 新功能 / 重構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EF9100"/>
                </a:solidFill>
                <a:latin typeface="Arial"/>
              </a:rPr>
              <a:t>─── critical ───   /plan → /tdd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EF9100"/>
                </a:solidFill>
                <a:latin typeface="Arial"/>
              </a:rPr>
              <a:t>                          → /verify (auto: pre-pr + 安全掃描)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898989"/>
                </a:solidFill>
                <a:latin typeface="Arial"/>
              </a:rPr>
              <a:t>                          適合：金流 / 認證 / 安全 /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76B900"/>
                </a:solidFill>
                <a:latin typeface="Arial"/>
              </a:rPr>
              <a:t>─── 完成 → 回到 /task-next 接力下一個 ───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後端 API — FastAPI + pytest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app/models.py  (SQLModel schemas)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app/database.py(SQLite connection)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步驟 2: 定義 Todo 資料模型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id, title, category, done, created_at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步驟 3: 實作 CRUD endpoints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7A7A7"/>
                </a:solidFill>
                <a:latin typeface="Consolas"/>
              </a:rPr>
              <a:t>  - GET / POST / PUT / DELETE  /api/todos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風險: 無（標準 CRUD，低複雜度）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E52020"/>
                </a:solidFill>
                <a:latin typeface="Arial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改善命名、抽取共用邏輯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不需要 Postman 或其他工具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→  選 FastAPI 的額外好處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EF9100"/>
                </a:solidFill>
                <a:latin typeface="Consolas"/>
              </a:rPr>
              <a:t>⚠️  WARN  缺少輸入驗證 (title 長度)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EF9100"/>
                </a:solidFill>
                <a:latin typeface="Consolas"/>
              </a:rPr>
              <a:t>建議: 加上 title 的 max_length 驗證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前端 UI — React + Tailwind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•  瀏覽器中查看成果：啟動 dev server，實際操作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修 Bug — /build-fix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→  用最輕量的 Haiku 模型，快速修復，省成本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第 1 輪:  後端 API    (standard) FastAPI + pytest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第 2 輪:  前端 UI     (standard) React + Vitest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第 3 輪:  Bug 修復  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76B900"/>
                </a:solidFill>
                <a:latin typeface="Arial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EF9100"/>
                </a:solidFill>
                <a:latin typeface="Arial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76B900"/>
                </a:solidFill>
                <a:latin typeface="Arial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A7A7A7"/>
                </a:solidFill>
                <a:latin typeface="Arial"/>
              </a:rPr>
              <a:t>  planner (Opus) → tdd-guide (Sonnet) → code-quality (Sonnet) → build-resolver (Haiku)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品質驗證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Python: mypy --strict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TS:     tsc --noEmit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pytest     → 12/12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vitest     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coverage   →  87%          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  eslint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5757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76B900"/>
                </a:solidFill>
                <a:latin typeface="Consolas"/>
              </a:rPr>
              <a:t>結果: ✅ 全部通過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        打開首頁 → 看到空的 Todo 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        新增 "買牛奶" → 列表出現該項目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        標記完成 → 出現刪除線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        切換分類 → 篩選正確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A7A7A7"/>
                </a:solidFill>
                <a:latin typeface="Arial"/>
              </a:rPr>
              <a:t>        刪除 → 回到空列表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76B900"/>
                </a:solidFill>
                <a:latin typeface="Arial"/>
              </a:rPr>
              <a:t>  3.  產出截圖 + 測試報告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  2.1  基礎架構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  2.2  CRUD API                18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  3.1  前端元件 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  3.2  CRUD 互動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  4.1  Bug 修復                3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757575"/>
                </a:solidFill>
                <a:latin typeface="Arial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  合計                          60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98989"/>
                </a:solidFill>
                <a:latin typeface="Arial"/>
              </a:rPr>
              <a:t>→  全部由 Hook 自動追蹤，對回顧和未來估算非常有用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6B900"/>
                </a:solidFill>
                <a:latin typeface="Arial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進階技巧與收尾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98989"/>
                </a:solidFill>
                <a:latin typeface="Arial"/>
              </a:rPr>
              <a:t>                             → 複製過來就能用，涵蓋各種語言框架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898989"/>
                </a:solidFill>
                <a:latin typeface="Arial"/>
              </a:rPr>
              <a:t>Ch1   認識模板         .claude 6 大觀念、14 個 Agent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898989"/>
                </a:solidFill>
                <a:latin typeface="Arial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Ch4   品質驗證           /verify → /e2e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898989"/>
                </a:solidFill>
                <a:latin typeface="Arial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76B900"/>
                </a:solidFill>
                <a:latin typeface="Arial"/>
              </a:rPr>
              <a:t>→  ~60 min 完成一個有測試、有文檔、有品質門的全端應用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用模板建立一個「記帳本」App，跑完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76B900"/>
                </a:solidFill>
                <a:latin typeface="Arial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為 TaskFlow 加上「到期日」欄位，練習 SQLModel migration + 前端更新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EF9100"/>
                </a:solidFill>
                <a:latin typeface="Arial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  為 TaskFlow 加上 JWT 認證（FastAPI Security），體驗 security-auditor agent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rial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想深入 Agent 機制     →  .claude/agents/ (13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想客製化規則        →  .claude/rules/ (修改或新增)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6B900"/>
                </a:solidFill>
                <a:latin typeface="Arial"/>
              </a:rPr>
              <a:t>速查卡： workshop/docs/03_command_cheatsheet.md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898989"/>
                </a:solidFill>
                <a:latin typeface="Arial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898989"/>
                </a:solidFill>
                <a:latin typeface="Arial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