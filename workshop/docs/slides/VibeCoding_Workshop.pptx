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今天主要用 Command 和 Agent，其他三個先知道就好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給學員 1 分鐘檢查，有問題的舉手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核心觀念：人類主導、AI 輔助。/plan 後一定要人類確認。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用數據收尾：我們花了 X 分鐘完成一個全端應用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VibeCoding 模板實戰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用 Claude Code 跑完一個專案的開發工作流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認識 VibeCoding 模板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1.  每次對話都要重新解釋專案背景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2.  AI 產出的程式碼品質不穩定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3.  沒有測試、沒有審查，直接上線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4.  需求 → 設計 → 實作之間斷裂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5.  換個專案又從零開始設定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問題不在 AI 不夠聰明，而是缺乏系統化工作流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🤖  13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⚡  17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📏   9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→  複製到任何新專案，立即可用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6BE5"/>
                </a:solidFill>
                <a:latin typeface="Microsoft JhengHei UI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"幫我寫一個 Todo App"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B8C4E"/>
                </a:solidFill>
                <a:latin typeface="Microsoft JhengHei UI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/verify     → 品質門把關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5 大擴展機制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Hook        系統事件自動觸發 → Shell 腳本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例：啟動時偵測模板、自動追蹤時間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Command   使用者輸入 /xxx → 預設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例：/tdd, /plan,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Skill          語意偵測自動觸發 → 領域知識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例：偵測到 FastAPI 自動載入相關知識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Agent        主 Agent 委派子任務 → 專業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例：code-quality-specialist 做審查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Context     跨 Agent 知識共享 → 報告存檔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例：品質報告 → 測試報告接力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13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48A0A"/>
                </a:solidFill>
                <a:latin typeface="Microsoft JhengHei UI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→  模板自動分配，不需要手動選擇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agents/          ← 13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commands/        ← 17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├── rules/           ← 9 條自動規則（每次對話載入）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hooks/           ← 6 個系統事件腳本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context/         ← Agent 間的報告共享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>├── guides/          ← 參考文件（不自動載入）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└── taskmaster-data/ ← WBS 任務 + 時間追蹤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Python 3.11+ 已安裝         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Node.js 18+ 已安裝           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.mcp.json 已設定 API 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Ch1   認識模板                10 min  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Ch2   專案初始化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48A0A"/>
                </a:solidFill>
                <a:latin typeface="Microsoft JhengHei UI"/>
              </a:rPr>
              <a:t>Ch3   開發循環 x3            25 min   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Ch5   進階 + Q&amp;A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B8C4E"/>
                </a:solidFill>
                <a:latin typeface="Microsoft JhengHei UI"/>
              </a:rPr>
              <a:t>→  70 分鐘後，你會了一套 AI 開發工作流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專案初始化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一切從 /task-init 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你輸入：  /task-init TaskFlow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Microsoft JhengHei UI"/>
              </a:rPr>
              <a:t>AI 會做：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問你一系列問題（互動式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• 專案做什麼？用什麼技術？範圍多大？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根據回答自動產出：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B8C4E"/>
                </a:solidFill>
                <a:latin typeface="Microsoft JhengHei UI"/>
              </a:rPr>
              <a:t>        • CLAUDE.md  — 專案說明書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B8C4E"/>
                </a:solidFill>
                <a:latin typeface="Microsoft JhengHei UI"/>
              </a:rPr>
              <a:t>        • wbs.md     — 任務拆解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3.  從此 AI 每次對話都知道你的專案脈絡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MVP vs Complete 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6BE5"/>
                </a:solidFill>
                <a:latin typeface="Microsoft JhengHei UI"/>
              </a:rPr>
              <a:t>MVP 模式  ← 今天用這個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輕量 Tech Spec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原型 / POC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隨時可升級為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B8C4E"/>
                </a:solidFill>
                <a:latin typeface="Microsoft JhengHei UI"/>
              </a:rPr>
              <a:t>Complete 模式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完整 16 份文件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每個決策有文件記錄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3+ 人團隊專案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正式產品 / 合規需求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大專案、正式產品用這個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→  團隊成員接手也能立刻上手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2.0 後端開發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├── 2.1 基礎架構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2.2 CRUD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2.3 篩選功能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3.0 前端開發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3.1 元件開發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3.2 互動功能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每個任務有：編號 │ 負責人 │ 狀態 │ 工時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⚡ 現場操作 — /task-init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1. 打開終端機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claude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2. 執行初始化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/task-init TaskFlow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3. 回答 AI 的問題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專案描述：極簡待辦清單應用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技術棧：  Python FastAPI + React + SQLite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模式：    MVP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功能：    CRUD + 分類篩選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4. 檢查產出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/task-status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開發循環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開發循環全貌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/task-next      取得下一個任務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>      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/plan               planner agent (Opus) 建立計畫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      ↓            → 人類審核 → 確認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/tdd                tdd-guide agent — RED → GREEN → IMPROVE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>      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/review-code   code-quality agent 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      ↓            → 修復 CRITICAL / HIGH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git commit        conventional commits 格式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>      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A6BE5"/>
                </a:solidFill>
                <a:latin typeface="Microsoft JhengHei UI"/>
              </a:rPr>
              <a:t>─── 還有任務？→ 回到 /task-next ───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後端 API — FastAPI + pytest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app/models.py  (SQLModel schemas)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app/database.py(SQLite connection)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2: 定義 Todo 資料模型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id, title, category, done, created_at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3: 實作 CRUD endpoints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GET / POST / PUT / DELETE  /api/todos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風險: 無（標準 CRUD，低複雜度）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D12E2E"/>
                </a:solidFill>
                <a:latin typeface="Microsoft JhengHei UI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B8C4E"/>
                </a:solidFill>
                <a:latin typeface="Microsoft JhengHei UI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改善命名、抽取共用邏輯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不需要 Postman 或其他工具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選 FastAPI 的額外好處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⚠️  WARN  缺少輸入驗證 (title 長度)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建議: 加上 title 的 max_length 驗證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前端 UI — React + Tailwind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•  瀏覽器中查看成果：啟動 dev server，實際操作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修 Bug — /build-fix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用最輕量的 Haiku 模型，快速修復，省成本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Chapter 3 小結 — 3 輪循環完成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1 輪:  後端 API    FastAPI + pytest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2 輪:  前端 UI     React + Vitest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3 輪:  Bug 修復   /build-fix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核心流程：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6BE5"/>
                </a:solidFill>
                <a:latin typeface="Microsoft JhengHei UI"/>
              </a:rPr>
              <a:t>/task-next → /plan → /tdd → /review-code → commit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B8C4E"/>
                </a:solidFill>
                <a:latin typeface="Microsoft JhengHei UI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planner (Opus) → tdd-guide (Sonnet) → code-quality (Sonnet) → build-resolver (Haiku)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品質驗證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/verify — 三道品質門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Python: mypy --strict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TS:     tsc --noEmit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pytest     → 12/12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vitest     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coverage   →  87%          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eslint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結果: ✅ 全部通過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打開首頁 → 看到空的 Todo 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新增 "買牛奶" → 列表出現該項目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標記完成 → 出現刪除線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切換分類 → 篩選正確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刪除 → 回到空列表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  3.  產出截圖 + 測試報告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2.1  基礎架構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2.2  CRUD API                18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3.1  前端元件 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3.2  CRUD 互動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4.1  Bug 修復                3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0A0AA"/>
                </a:solidFill>
                <a:latin typeface="Microsoft JhengHei UI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  合計                          60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全部由 Hook 自動追蹤，對回顧和未來估算非常有用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進階技巧與收尾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複製過來就能用，涵蓋各種語言框架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Ch1   認識模板         5 大機制、13 個 Agent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Ch4   品質驗證           /verify → /e2e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→  ~60 min 完成一個有測試、有文檔、有品質門的全端應用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B8C4E"/>
                </a:solidFill>
                <a:latin typeface="Microsoft JhengHei UI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用模板建立一個「記帳本」App，跑完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為 TaskFlow 加上「到期日」欄位，練習 SQLModel migration + 前端更新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48A0A"/>
                </a:solidFill>
                <a:latin typeface="Microsoft JhengHei UI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為 TaskFlow 加上 JWT 認證（FastAPI Security），體驗 security-auditor agent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想深入 Agent 機制     →  .claude/agents/ (13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想客製化規則        →  .claude/rules/ (修改或新增)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6BE5"/>
                </a:solidFill>
                <a:latin typeface="Microsoft JhengHei UI"/>
              </a:rPr>
              <a:t>速查卡： workshop/docs/03_command_cheatsheet.md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